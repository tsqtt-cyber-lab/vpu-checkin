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VPU Điểm Danh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điểm danh thông minh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hệ thống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tự động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mã QR + xác minh vị trí GPS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centralized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sự kiện, sinh mã QR, quản lý danh sách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dữ liệu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CSV hoặc lưu trực tiếp lên Google Drive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&amp; chính xác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vị trí, thời gian, danh tính người dùng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18288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286000" cy="182880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Backend/Data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371600"/>
            <a:ext cx="2286000" cy="182880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API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làm việc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8760" y="1965960"/>
            <a:ext cx="320040" cy="45720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tạo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320040" cy="45720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743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mã QR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66360" y="1965960"/>
            <a:ext cx="320040" cy="45720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743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tham dự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QR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995160" y="1965960"/>
            <a:ext cx="320040" cy="45720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743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vị trí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0" y="2743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kết quả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Tính năng Quản lý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sự kiện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tên, địa điểm, thời gian, vị trí GPS, bán kính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Xem/chỉnh sửa danh sách tham dự, email mời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dữ liệu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CSV hoặc lưu lên Google Drive tự động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sự kiện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sự kiện và dọn dẹp dữ liệu liên quan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Tính năng Điểm danh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QR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tải thông tin sự kiện từ mã QR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vị trí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bản đồ interactif, kiểm tra bán kính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thời gian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chỉ có hiệu lực trong khung giờ qui định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kết quả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thành công/thất bại với lý 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Quản lý (Bước 1-3)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11887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508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/admin bằng tài khoản có quyền quản lý (@tbd.edu.vn)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22402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sự kiện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tên, địa điểm, thời gian bắt đầu/kết thúc, vị trí GPS, bán kính kiểm tra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2918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email tham dự, xem danh sách điểm danh khi có kết quả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Quản lý (Bước 4-5)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mã QR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sinh mã QR cho sự kiện, chia sẻ cho tham dự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24688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dữ liệu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7889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danh sách điểm danh CSV hoặc lưu trực tiếp lên Google Drive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Điểm danh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27432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hoặc truy cập link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điện thoại để quét QR code từ 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27432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quyền GPS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ứng dụng truy cập vị trí của bạn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27432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vị trí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337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Đứng trong phòm, bật Wi-Fi (nếu cần) để cải thiện tín hiệu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005072"/>
            <a:ext cx="27432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Điểm danh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251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kiểm tra vị trí và thời gian, lưu kết quả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Yêu cầu kỹ thuật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v18+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hoặc pnpm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(nếu dùng)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hoặc SQLite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(Trình duyệt)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Hỗ trợ Geolocation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connection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 enabled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 phép GPS permission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Tùy chọn Triển khai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(Khuyên dùng)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Docker + docker-compose, chạy: docker-compose 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Manual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install, npm run build, npm run preview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Nginx/Apache, HTTPS, database riêng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Netlify, Heroku hoặc tương tự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Lựa chọn Cơ sở dữ liệu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/ SQLite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Dễ cài đặt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Phù hợp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cho small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cần server riêng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&amp; robust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Hỗ trợ multi-user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Khuyên cho production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 dễ dàng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toàn &amp; Bảo mật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SSL certificate (Let's Encrypt) trong production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OAuth2, password mạnh cho 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dữ liệu nhạy cảm, tuân thủ GDPR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brute force, giới hạn API endpoints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Tối ưu hóa Hiệu suất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103120" cy="3200400"/>
          </a:xfrm>
          <a:prstGeom prst="round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Redis cache, set cache headers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103120" cy="3200400"/>
          </a:xfrm>
          <a:prstGeom prst="roundRect">
            <a:avLst/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3774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quan trọng, cleanup event cũ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2103120" cy="3200400"/>
          </a:xfrm>
          <a:prstGeom prst="roundRect">
            <a:avLst/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CDN cho static assets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2103120" cy="3200400"/>
          </a:xfrm>
          <a:prstGeom prst="roundRect">
            <a:avLst/>
          </a:prstGeom>
          <a:solidFill>
            <a:srgbClr val="E3F2F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323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23774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checks, disk space alerts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Khắc phục sự cố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thường gặp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đang dùng: kill process hoặc đổi 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GPS không hoạt động: bật HTTPS, clear site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error: kiểm tra connection string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code lỗi: verify base URL, encode format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Dùng lsof -i :PORT để tìm process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 phép location permission trong browser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Kiểm tra firewall, xác nhận user/password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QR code từ mobile device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Hỗ trợ &amp; Liên hệ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son.pt@tbd.edu.vn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965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560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154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bugs với details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Chúc bạn thành công với VPU Điểm Danh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2026-09-17T08:40:55Z</dcterms:created>
  <dcterms:modified xsi:type="dcterms:W3CDTF">2026-09-17T08:40:55Z</dcterms:modified>
</cp:coreProperties>
</file>